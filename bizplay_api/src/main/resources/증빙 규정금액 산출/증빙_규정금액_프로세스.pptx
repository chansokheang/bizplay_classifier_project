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57400"/>
            <a:ext cx="12191695" cy="2377440"/>
          </a:xfrm>
          <a:prstGeom prst="rect">
            <a:avLst/>
          </a:prstGeom>
          <a:solidFill>
            <a:srgbClr val="1F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증빙 첨부 시 규정금액 셋팅 ·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C8D6E8"/>
                </a:solidFill>
                <a:latin typeface="맑은 고딕"/>
              </a:rPr>
              <a:t>정산서를 API 로 직접 조립할 때 규정금액을 어떻게 채우고 무엇을 검증하는가</a:t>
            </a:r>
          </a:p>
          <a:p>
            <a:r>
              <a:rPr sz="1300" b="0">
                <a:solidFill>
                  <a:srgbClr val="9FB4CE"/>
                </a:solidFill>
                <a:latin typeface="맑은 고딕"/>
              </a:rPr>
              <a:t>2026-09-08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규정금액은 API 응답이 아니라 계산 결과다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조회 → 적용 → 검증. 가운데 층이 호출하는 쪽의 몫이다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5900928"/>
                <a:gridCol w="2028444"/>
                <a:gridCol w="1290827"/>
              </a:tblGrid>
              <a:tr h="4800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층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하는 일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주체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이 자료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① 원자료 조회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용도·급지·기간별 기준금액을 받는다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7A4C"/>
                          </a:solidFill>
                          <a:latin typeface="맑은 고딕"/>
                        </a:rPr>
                        <a:t>백엔드 API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01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② 조건식 적용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appliedConditions[] 를 일자별로 적용해 최종 규정금액을 만든다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호출하는 쪽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02 · 03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③ 검증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 산출 · 신청금액 상한 · 상신 차단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호출하는 쪽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06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600" b="0">
                <a:solidFill>
                  <a:srgbClr val="1F3554"/>
                </a:solidFill>
                <a:latin typeface="맑은 고딕"/>
              </a:rPr>
              <a:t>백엔드는 "어떤 조건이 걸리는가"(matched)만 판정해 내려주고, 그 조건을 금액에 적용하는 산술은 하지 않는다.</a:t>
            </a:r>
          </a:p>
          <a:p>
            <a:pPr lvl="1">
              <a:spcAft>
                <a:spcPts val="360"/>
              </a:spcAft>
            </a:pPr>
            <a:r>
              <a:rPr sz="1400" b="0">
                <a:solidFill>
                  <a:srgbClr val="555A63"/>
                </a:solidFill>
                <a:latin typeface="맑은 고딕"/>
              </a:rPr>
              <a:t>· BstrRenewalLimitService.java:149  —  "limitAmounts는 기준금액 그대로 유지 (프론트가 조건 적용하여 최종 금액 산출)"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06440"/>
            <a:ext cx="11064240" cy="658368"/>
          </a:xfrm>
          <a:prstGeom prst="rect">
            <a:avLst/>
          </a:prstGeom>
          <a:solidFill>
            <a:srgbClr val="EEF2F7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2A2A"/>
                </a:solidFill>
                <a:latin typeface="맑은 고딕"/>
              </a:rPr>
              <a:t>② 가 비어 있으면 규정금액이 채워지지 않고, 규정금액에 의존하는 검증 3건이 함께 무력화된다.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★ 저희 Swagger 설명문이 구현과 반대로 적혀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API 문서만 보고 조립하면 반드시 틀린다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5394960"/>
                <a:gridCol w="1828799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위치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BstrPolicyRenewalController.java:42-43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"가감이 적용된 최종금액을 반환한다"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Swagger 설명 — 틀림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BstrRenewalLimitService.java:149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limitAmounts 는 기준금액 그대로 유지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D7A4C"/>
                          </a:solidFill>
                          <a:latin typeface="맑은 고딕"/>
                        </a:rPr>
                        <a:t>실제 구현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700" b="0">
                <a:solidFill>
                  <a:srgbClr val="1F3554"/>
                </a:solidFill>
                <a:latin typeface="맑은 고딕"/>
              </a:rPr>
              <a:t>그래서 응답의 limitAmounts 를 그대로 쓰면 조건 가감이 빠진 금액이 된다.</a:t>
            </a:r>
          </a:p>
          <a:p>
            <a:pPr lvl="1">
              <a:spcAft>
                <a:spcPts val="360"/>
              </a:spcAft>
            </a:pPr>
            <a:r>
              <a:rPr sz="1500" b="0">
                <a:solidFill>
                  <a:srgbClr val="555A63"/>
                </a:solidFill>
                <a:latin typeface="맑은 고딕"/>
              </a:rPr>
              <a:t>· 조건이 × 50% 였다면 규정금액이 2배로 부풀고, unpaid 였다면 0 이어야 할 날에 금액이 남는다.</a:t>
            </a:r>
          </a:p>
          <a:p>
            <a:pPr>
              <a:spcAft>
                <a:spcPts val="360"/>
              </a:spcAft>
            </a:pPr>
            <a:r>
              <a:rPr sz="1700" b="1">
                <a:solidFill>
                  <a:srgbClr val="2A63B0"/>
                </a:solidFill>
                <a:latin typeface="맑은 고딕"/>
              </a:rPr>
              <a:t>컨트롤러 설명문은 저희가 별건으로 정정합니다.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현재 상태 — 검증이 없는 것이 아니라 항상 통과한다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260819 requestBody_settlement_fixed.json 실측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206239"/>
                <a:gridCol w="2926080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필드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approvalAmount (승인금액)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15,000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(규정금액)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15,000  ← 승인금액과 동일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 = MAX(0, 사용 − 규정)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MAX(0, 15,000 − 15,000) = 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구조적으로 항상 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bstrPayClassType (지급구분)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null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지급구분별 상한이 적용되지 않음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excessReason (초과사유)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""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초과가 0 이라 요구되지 않음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규정금액을 승인금액으로 채우면 초과금액이 항상 0 이 된다. 단 무력화 범위는 검증마다 다르다 — 판정축이 하나가 아니다(13장).</a:t>
            </a:r>
          </a:p>
          <a:p>
            <a:pPr>
              <a:spcAft>
                <a:spcPts val="360"/>
              </a:spcAft>
            </a:pPr>
            <a:r>
              <a:rPr sz="1400" b="1">
                <a:solidFill>
                  <a:srgbClr val="C02A2A"/>
                </a:solidFill>
                <a:latin typeface="맑은 고딕"/>
              </a:rPr>
              <a:t>⑰ 초과분할·⑫ 단건 분기는 발동하지 않지만, ⑪ 총액초과·⑫ 합산 분기(식비 일별·전체기간)는 발동할 수 있다 — ALL 은 한도를 서버에서 재조회한다.</a:t>
            </a:r>
          </a:p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지급구분이 비면 상한 판정이 default 분기로 흘러 FIXED = 규정금액 같은 의도한 상한이 적용되지 않는다.</a:t>
            </a:r>
          </a:p>
          <a:p>
            <a:pPr>
              <a:spcAft>
                <a:spcPts val="360"/>
              </a:spcAft>
            </a:pPr>
            <a:r>
              <a:rPr sz="1400" b="0">
                <a:solidFill>
                  <a:srgbClr val="555A63"/>
                </a:solidFill>
                <a:latin typeface="맑은 고딕"/>
              </a:rPr>
              <a:t>이 증빙은 bstrReceiptType = ETC 라 상한이 MIN(15,000, 15,000) = 15,000 이 되어 상한 위반은 아니다 — 실제 문제는 규정금액 하나다.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06440"/>
            <a:ext cx="11064240" cy="658368"/>
          </a:xfrm>
          <a:prstGeom prst="rect">
            <a:avLst/>
          </a:prstGeom>
          <a:solidFill>
            <a:srgbClr val="EEF2F7"/>
          </a:solidFill>
          <a:ln w="19050">
            <a:solidFill>
              <a:srgbClr val="2A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2A63B0"/>
                </a:solidFill>
                <a:latin typeface="맑은 고딕"/>
              </a:rPr>
              <a:t>저희가 드린 원본 샘플도 교통비 ruledAmount = 0 · bstrPayClassType = null 이었습니다. 샘플을 정확히 따르신 결과입니다.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규정금액이 실리는 곳 — 배열 3개, 형태가 서로 다르다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108960"/>
                <a:gridCol w="438912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배열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성격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규정금액 계열 필드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issuedFields[].issuedReceiptDtos[]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수동 증빙(발행영수증) 연결분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· overseasRuledAmount · reqAmt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etcReceiptSaveRequests[]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자동증빙 — 문서와 함께 생성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· reqAmt · bstrPayClassType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bstrReceipts[]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전표 라인용 스냅샷 — PK 있는 증빙만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· overseasRuledAmount · excessReason · reqAmt · bstrPayClassType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49039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600" b="0">
                <a:solidFill>
                  <a:srgbClr val="1F3554"/>
                </a:solidFill>
                <a:latin typeface="맑은 고딕"/>
              </a:rPr>
              <a:t>bstrReceipts[] 는 57필드를 평면으로 갖고, 나머지 둘은 같은 정보를 중첩 slip 객체로 갖는다(issuedFields 19키 · etcReceipt 18키 — docDate 유무) — 한쪽 형태를 다른 쪽에 쓰면 안 된다.</a:t>
            </a:r>
          </a:p>
          <a:p>
            <a:pPr>
              <a:spcAft>
                <a:spcPts val="360"/>
              </a:spcAft>
            </a:pPr>
            <a:r>
              <a:rPr sz="1600" b="0">
                <a:solidFill>
                  <a:srgbClr val="1F3554"/>
                </a:solidFill>
                <a:latin typeface="맑은 고딕"/>
              </a:rPr>
              <a:t>dividedRuledAmount(비율분할 자식 몫)는 전송하지 않는다 — 화면 표기·초과 판정 전용.</a:t>
            </a:r>
          </a:p>
          <a:p>
            <a:pPr>
              <a:spcAft>
                <a:spcPts val="360"/>
              </a:spcAft>
            </a:pPr>
            <a:r>
              <a:rPr sz="1600" b="1">
                <a:solidFill>
                  <a:srgbClr val="C02A2A"/>
                </a:solidFill>
                <a:latin typeface="맑은 고딕"/>
              </a:rPr>
              <a:t>저장 시 ruledAmount ?? 0 · overseasRuledAmount ?? 0 · excessReason ?? "" 로 강제된다 → null(규정 미조회)과 0(한도 0원)의 구분이 저장 후 소실된다.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① 원자료 조회 — POST /api/v2/bstr/policy/renewal/limit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6949440"/>
                <a:gridCol w="2011680"/>
              </a:tblGrid>
              <a:tr h="6172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항목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요청 (20필드)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bstrDate · bstrEndDate · corporationId · corporationUserId · tranKindType · bstrPurposeId · bstrSegmentId · bstrRegionId · vehicleType · totalDistance · calcInputs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날짜는 YYYY-MM-DD 고정폭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응답 (23필드)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limitAmounts(일자별 기준금액 맵) · appliedConditions[] · dayTypeMap · calcEnabled · calcPeriod · currencyCode · bstrPayClassType · bstrCategoryType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limitAmounts = 기준금액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calcInputs (12필드)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조건 매칭용 입력. 일부 선언 필드는 실제로 전송되지 않는다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isLodging 등은 미전송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날짜 형식을 어기면 오류가 아니라 조용히 "규정 없음"이 된다 — HTTP 요청조차 나가지 않고 null 이 되며, 소비 경로가 이를 규정 미조회로 보고 증빙을 그대로 둔다.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yes/no 출장항목(합숙·전일출발·익일도착)은 calcInputs 가 아니라 exceptionRuleInputItemIds 에 item.id 로 실어 보낸다.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급지가 여러 개거나 식비에 동행인이 있으면 조합마다 나눠 호출해야 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② 조건식 적용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이 순서를 지키지 않으면 금액이 달라진다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1.  appliedConditions[] 에서 matched = true 인 조건만 후보로 남긴다</a:t>
            </a:r>
          </a:p>
          <a:p>
            <a:pPr lvl="1">
              <a:spcAft>
                <a:spcPts val="252"/>
              </a:spcAft>
            </a:pPr>
            <a:r>
              <a:rPr sz="1500" b="0">
                <a:solidFill>
                  <a:srgbClr val="555A63"/>
                </a:solidFill>
                <a:latin typeface="맑은 고딕"/>
              </a:rPr>
              <a:t>· overridden 은 여기서 거르지 않는다 — supersededByIds 로 일자별로 판정한다</a:t>
            </a:r>
          </a:p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2.  sortOrder 오름차순으로 정렬한다</a:t>
            </a:r>
          </a:p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3.  일자별 루프를 돌며 조건을 순차 적용한다</a:t>
            </a:r>
          </a:p>
          <a:p>
            <a:pPr lvl="1">
              <a:spcAft>
                <a:spcPts val="252"/>
              </a:spcAft>
            </a:pPr>
            <a:r>
              <a:rPr sz="1500" b="0">
                <a:solidFill>
                  <a:srgbClr val="555A63"/>
                </a:solidFill>
                <a:latin typeface="맑은 고딕"/>
              </a:rPr>
              <a:t>· 이전 조건의 결과 금액 위에 다음 조건을 얹는다 (기준금액에 각각 적용하는 것이 아니다)</a:t>
            </a:r>
          </a:p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4.  조건마다 4개 가드를 통과해야 적용된다</a:t>
            </a:r>
          </a:p>
          <a:p>
            <a:pPr lvl="1">
              <a:spcAft>
                <a:spcPts val="252"/>
              </a:spcAft>
            </a:pPr>
            <a:r>
              <a:rPr sz="1500" b="0">
                <a:solidFill>
                  <a:srgbClr val="1D7A4C"/>
                </a:solidFill>
                <a:latin typeface="맑은 고딕"/>
              </a:rPr>
              <a:t>· dayType(요일유형) · dateRange(날짜옵션) · periodRange(기간옵션) → 실패 시 건너뛰기 = 금액 유지</a:t>
            </a:r>
          </a:p>
          <a:p>
            <a:pPr lvl="1">
              <a:spcAft>
                <a:spcPts val="252"/>
              </a:spcAft>
            </a:pPr>
            <a:r>
              <a:rPr sz="1500" b="0">
                <a:solidFill>
                  <a:srgbClr val="C02A2A"/>
                </a:solidFill>
                <a:latin typeface="맑은 고딕"/>
              </a:rPr>
              <a:t>· calcMethod 커버(isDayCovered) → 실패 시 그 날 금액 0 = 앞선 누적분까지 소멸</a:t>
            </a:r>
          </a:p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5.  반올림하지 않는다 — 실수 그대로. 절사는 증빙 단계의 책임</a:t>
            </a:r>
          </a:p>
          <a:p>
            <a:pPr>
              <a:spcAft>
                <a:spcPts val="252"/>
              </a:spcAft>
            </a:pPr>
            <a:r>
              <a:rPr sz="1700" b="1">
                <a:solidFill>
                  <a:srgbClr val="1F3554"/>
                </a:solidFill>
                <a:latin typeface="맑은 고딕"/>
              </a:rPr>
              <a:t>6.  이미 적용된 응답에 재적용하지 않는다 (calcBreakdown &amp;&amp; !calcDeferred)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06440"/>
            <a:ext cx="11064240" cy="658368"/>
          </a:xfrm>
          <a:prstGeom prst="rect">
            <a:avLst/>
          </a:prstGeom>
          <a:solidFill>
            <a:srgbClr val="EEF2F7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C02A2A"/>
                </a:solidFill>
                <a:latin typeface="맑은 고딕"/>
              </a:rPr>
              <a:t>가드 실패의 의미가 종류에 따라 정반대다 — 3가드는 "건너뛰기", calcMethod 커버는 "그 날 0". 혼동하면 departArrive·excludeN 화면이 통째로 틀린다.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② operator 8종 — 연산 규칙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6400800"/>
                <a:gridCol w="3108960"/>
              </a:tblGrid>
              <a:tr h="37719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operator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연산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none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금액 무변경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조건만 표기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fixed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금액 = 지정값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대체 (비가환)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silbiLimit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실비 한도 처리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C02A2A"/>
                          </a:solidFill>
                          <a:latin typeface="맑은 고딕"/>
                        </a:rPr>
                        <a:t>대문자 별칭 없음 — 주의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unpaid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금액 = 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미지급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+  /  -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금액 ± 값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2A2A"/>
                          </a:solidFill>
                          <a:latin typeface="맑은 고딕"/>
                        </a:rPr>
                        <a:t>operatorUnit 무시 — 항상 금액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PERCENT·% → 금액 × (값/100)   ·   그 밖(AMOUNT·null) → 금액 × 값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2A2A"/>
                          </a:solidFill>
                          <a:latin typeface="맑은 고딕"/>
                        </a:rPr>
                        <a:t>null 을 PERCENT 로 오해하면 2배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/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>금액 ÷ 값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대문자 백엔드 enum 별칭 7개: NONE · FIXED · UNPAID · ADD · SUBTRACT · MULTIPLY · DIVIDE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값 파싱: 문자열 → 실수, NaN 은 0 으로 처리한다.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② 나머지 축 — 요일 · 차등 · 이동일 · 외화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035040"/>
                <a:gridCol w="329184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축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틀리기 쉬운 지점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dayType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응답 dayTypeMap = 평일 · 주말 · 공휴일. 조건값 "평일/공휴일"·빈값은 제약 없음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dayTypeMap 누락 = 전부 미적용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calcMethod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daily · dailyDiff · departArrive · excludeDepart · excludeArrive · excludeN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커버 실패는 그 날 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dailyDiff 차등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amt: max(0, 기준 + 가감액)   ·   pct: 기준 × (비율/100). operator 무시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기준 = details.diffBaseAmt 우선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이동일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전일출발 · 익일도착 슬롯에만 조건 배정. 자리가 없으면 배정을 통째로 포기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일비는 소비 시점에 1회만 적용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외화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① 일자별 KRW 환산  →  ② 조건 적용  (이 순서)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순서 역전 시 값이 폭증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matched = true 는 "전 일자 적용"이 아니다 — 백엔드는 "적용될 일차가 하나라도 있는가"만 판정한다. 40일 출장 + lte 31 이면 32~40일차는 제외해야 한다.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일비는 calcDeferred = true 로 내려온다 — calcBreakdown 은 채워져 있지만 limitAmounts 는 raw 다. 유무만 보고 판정하면 조건 미적용 또는 이중 적용이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② 검산 — 단계별 중간값으로 대조한다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숙박비 4일 · 기준 1일 100,000 · 조건 ① 평일 ×80% ② 합숙 ×50%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1371600"/>
                <a:gridCol w="1371600"/>
                <a:gridCol w="2377440"/>
              </a:tblGrid>
              <a:tr h="39188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08-27(목)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08-28(금)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08-29(토)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08-30(일)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기준금액 (응답 limitAmounts)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4일 동일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dayTypeMap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평일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평일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주말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주말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조건① 필터축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조건① 평일 ×80% 적용 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80,000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80,000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100,000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주말은 건너뛰기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조건② 합숙 ×50% 적용 후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40,000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40,000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50,000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D7A4C"/>
                          </a:solidFill>
                          <a:latin typeface="맑은 고딕"/>
                        </a:rPr>
                        <a:t>50,000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①의 결과 위에 곱한다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증빙 합산 대상 (체크아웃일 제외)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2A2A"/>
                          </a:solidFill>
                          <a:latin typeface="맑은 고딕"/>
                        </a:rPr>
                        <a:t>X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08-30 = 체크아웃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증빙 규정금액 ruledAmount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2A2A"/>
                          </a:solidFill>
                          <a:latin typeface="맑은 고딕"/>
                        </a:rPr>
                        <a:t>130,000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3박 합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calcBreakdown.totalAmount(180,000, 4일 전부의 합) ≠ 증빙 ruledAmount(130,000, 이용기간분) — 다른 값이다.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자기 구현의 중간값과 이 표를 행 단위로 대조해, 처음 갈라지는 행이 곧 틀린 단계다.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용도유형별 산출 경로 — 같은 규정금액이 아니다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4572000"/>
                <a:gridCol w="3200400"/>
              </a:tblGrid>
              <a:tr h="41801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tranKindType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규정금액 산출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예외 · 함정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교통비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TRANSPORT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한도 응답 + 조건 적용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등급제(GRADE)면 규정금액 = 승인금액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숙박비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ROOM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급지 구간별 일별 합산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체크아웃일(usedEndDate−1) 항상 제외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식비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FOOD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동행인마다 한도 분할 호출 후 합산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기안자 한도 × 인원은 틀림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유류비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FUEL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OPINET 유류비(10원 단위 올림) + 통행료 또는 정책 금액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3필드 동시 세팅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일비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DAILY_COST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일자별 맵 → 일자별 Math.trunc → 합산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조건 적용은 소비 시점 1회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통행료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TOLL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T-map 예상 통행료(fare 합산)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한도 조회를 하지 않는다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663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급지 간 병합은 합산이 아니라 날짜별 Math.max (per-diem 이중 계상 방지). 반면 식비 동행인은 합산 — 병합 규칙이 반대다.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활동비는 독립 용도유형이 아니다 — tranKindType = DAILY_COST 로 일비와 같은 빌더를 쓴다.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환율 조회 실패 시 외화 원금을 원화 자리에 채우는 폴백이 있어 초과금액이 왜곡된다 — 1단위가 1원보다 큰 통화(USD·JPY)는 과대, 작은 통화(VND·IDR)는 과소.</a:t>
            </a:r>
          </a:p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승인금액 대체는 두 축이다 — 교통비 등급제(GRADE, 교통비 전용)와 실비 계열(ACTUAL·ACTUAL_FIXED, 전 용도 공통). 신청금액 상한에서는 후자가 먼저 평가된다.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자동증빙 — 규정금액이 곧 발생금액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39"/>
                <a:gridCol w="429768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수동 증빙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자동증빙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전송 배열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receiptIds + issuedFields[]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etcReceiptSaveRequests[]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생성 시점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문서보다 먼저 존재 (PK 있음)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문서와 함께 생성 (PK 없음)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bstrReceipts 스냅샷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실린다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실리지 않는다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사용금액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approvalAmount (카드 승인금액)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supplyAmount + vatAmount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규정금액과의 관계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 초과가 발생할 수 있다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 산출액 = 사용금액 = 신청금액
(일비·유류비·통행료·직원숙소 4종)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300" b="1">
                <a:solidFill>
                  <a:srgbClr val="C02A2A"/>
                </a:solidFill>
                <a:latin typeface="맑은 고딕"/>
              </a:rPr>
              <a:t>★ 식비(FOOD)·잡비(INCIDENTAL)는 예외 — ruledAmount 에 1일 단가가 들어가고 나머지 금액 필드는 총액이다. 2일 이상이면 신청금액 축에서 초과가 성립해 ⑪·⑫ 대상이 된다.</a:t>
            </a:r>
          </a:p>
          <a:p>
            <a:pPr>
              <a:spcAft>
                <a:spcPts val="360"/>
              </a:spcAft>
            </a:pPr>
            <a:r>
              <a:rPr sz="1300" b="0">
                <a:solidFill>
                  <a:srgbClr val="1F3554"/>
                </a:solidFill>
                <a:latin typeface="맑은 고딕"/>
              </a:rPr>
              <a:t>통행료는 자기차량(PRIVATE) 경로의 fare 만 합산한다 — 법인·회사차량은 제외(기획 확정).</a:t>
            </a:r>
          </a:p>
          <a:p>
            <a:pPr>
              <a:spcAft>
                <a:spcPts val="360"/>
              </a:spcAft>
            </a:pPr>
            <a:r>
              <a:rPr sz="1300" b="0">
                <a:solidFill>
                  <a:srgbClr val="1F3554"/>
                </a:solidFill>
                <a:latin typeface="맑은 고딕"/>
              </a:rPr>
              <a:t>일비 소수점은 합계가 아니라 일자별 Math.trunc 후 합산이다 (floor 가 아닌 이유: 음수에서 원거래·취소 쌍의 합이 어긋난다).</a:t>
            </a:r>
          </a:p>
          <a:p>
            <a:pPr>
              <a:spcAft>
                <a:spcPts val="360"/>
              </a:spcAft>
            </a:pPr>
            <a:r>
              <a:rPr sz="1300" b="1">
                <a:solidFill>
                  <a:srgbClr val="C02A2A"/>
                </a:solidFill>
                <a:latin typeface="맑은 고딕"/>
              </a:rPr>
              <a:t>DTO 에 없는 필드 하나로 요청 전체가 400 이다 — JacksonConfig 가 new ObjectMapper() 를 직접 생성해 FAIL_ON_UNKNOWN_PROPERTIES 가 활성 상태다.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③ ★ 판정축이 하나가 아니다 — 사용금액 축과 신청금액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하나로 통일해 구현하면 우리 화면과 다른 판정이 난다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377440"/>
                <a:gridCol w="2926080"/>
                <a:gridCol w="2743200"/>
              </a:tblGrid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비교 대상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외화 처리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정본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초과금액(본인부담) 컬럼
⑰ 초과분할 미처리 차단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2A2A"/>
                          </a:solidFill>
                          <a:latin typeface="맑은 고딕"/>
                        </a:rPr>
                        <a:t>사용금액
(일비는 공급가+부가세)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원화 환산끼리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over-amount.ts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⑪ 총액 초과
⑫ 초과사유 필수
화면 일별 초과 판정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2A2A"/>
                          </a:solidFill>
                          <a:latin typeface="맑은 고딕"/>
                        </a:rPr>
                        <a:t>신청금액 reqAmt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C02A2A"/>
                          </a:solidFill>
                          <a:latin typeface="맑은 고딕"/>
                        </a:rPr>
                        <a:t>외화 원금끼리
foreignAmount vs overseasRuledAmount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validate-total-exceed.ts
validate-excess-reason.ts
exceed-check-utils.ts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초과금액 = MAX(0, 사용금액 − 규정금액) — 실제로 얼마를 썼는지에서 나오는 회계 금액이라 사용금액 축이다.</a:t>
            </a:r>
          </a:p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⑪·⑫ 는 얼마를 청구했는지를 규정 한도와 견주는 것이라 신청금액 축이다.</a:t>
            </a:r>
          </a:p>
          <a:p>
            <a:pPr>
              <a:spcAft>
                <a:spcPts val="360"/>
              </a:spcAft>
            </a:pPr>
            <a:r>
              <a:rPr sz="1400" b="1">
                <a:solidFill>
                  <a:srgbClr val="C02A2A"/>
                </a:solidFill>
                <a:latin typeface="맑은 고딕"/>
              </a:rPr>
              <a:t>그래서 신청금액이 규정금액까지만 채워진 증빙은 초과금액 컬럼엔 초과가 보이는데 ⑪·⑫ 는 통과한다.</a:t>
            </a:r>
          </a:p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규정금액이 null 이면 초과 판정을 하지 않는다 — 0(전액 초과)과 다르다.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③ 분할 증빙의 판정축 — 무엇과 무엇을 비교하나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초과금액(사용금액 축)에서 분할 유형마다 사용 측·규정 측이 갈린다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3291840"/>
                <a:gridCol w="210311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분할 유형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사용 측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규정 측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사용금액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한다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USER (코스트센터·동행인)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행별 자기 몫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(원본 전액)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BASIC (IO/WBS 비율)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행별 자기 몫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dividedRuledAmount (분배)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한다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EXCESS (초과금액 분할)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원본 사용금액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 (원본)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규정금액분 행만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USER 와 BASIC 의 규정 측이 갈리는 이유 — BASIC 은 하나의 지출을 회계 배분 비율로 쪼개는 것이라 한도도 같은 비율로 쪼개야 그룹 총액의 초과가 보존된다. USER 는 같은 지출을 사람별로 나눠 담는 것이고 규정금액은 그 사람 몫에 걸리는 한도라 각 행이 원본 한도 전액과 비교된다.</a:t>
            </a:r>
          </a:p>
          <a:p>
            <a:pPr>
              <a:spcAft>
                <a:spcPts val="360"/>
              </a:spcAft>
            </a:pPr>
            <a:r>
              <a:rPr sz="1400" b="0">
                <a:solidFill>
                  <a:srgbClr val="1F3554"/>
                </a:solidFill>
                <a:latin typeface="맑은 고딕"/>
              </a:rPr>
              <a:t>EXCESS 만 원본 축인 이유 — 초과분을 본인부담으로 떼어낸 뒤에도 떼어낸 금액을 계속 보여줘야 하는데, 자기 몫 축으로는 규정금액분 행의 자기 몫이 곧 규정금액이라 항상 0 이 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06440"/>
            <a:ext cx="11064240" cy="658368"/>
          </a:xfrm>
          <a:prstGeom prst="rect">
            <a:avLst/>
          </a:prstGeom>
          <a:solidFill>
            <a:srgbClr val="EEF2F7"/>
          </a:solidFill>
          <a:ln w="19050">
            <a:solidFill>
              <a:srgbClr val="2A6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400" b="1">
                <a:solidFill>
                  <a:srgbClr val="2A63B0"/>
                </a:solidFill>
                <a:latin typeface="맑은 고딕"/>
              </a:rPr>
              <a:t>USER 분할은 한도를 행 수만큼 쓰게 된다 (사용 86,000 / 규정 60,000 을 반으로 나누면 두 행 모두 규정 이내) — 요건 확정 시 감수한 동작이며 버그가 아니다.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③ 신청금액(reqAmt) 상한 — 우선순위대로 평가한다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4023360"/>
                <a:gridCol w="3108960"/>
              </a:tblGrid>
              <a:tr h="3566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상한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사유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cardType = CORP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approvalAmount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법인카드는 결제액 초과 불가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tranKindType = FOOD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approvalAmount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식비는 승인금액 기준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외화 비교 진입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foreign ≤ overseasRuled ? approvalAmount : ruledAmount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3~6 보다 먼저 평가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ACTUAL / ACTUAL_FIXED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approvalAmount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실비 지급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LIMITED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MIN(ruledAmount, approvalAmount)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규정·실비 중 작은 값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FIXED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정액 지급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FUEL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ruledAmount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유류비 정액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7a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default + 기타증빙 (cardType = ETC)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MIN(ruledAmount, approvalAmount)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규정금액 0 이면 한도 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7b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default + 카드 매입내역 (비 ETC)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Infinity — 제한 없음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기존 동작 유지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5532120"/>
            <a:ext cx="11064240" cy="658368"/>
          </a:xfrm>
          <a:prstGeom prst="rect">
            <a:avLst/>
          </a:prstGeom>
          <a:solidFill>
            <a:srgbClr val="EEF2F7"/>
          </a:solidFill>
          <a:ln w="190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300" b="1">
                <a:solidFill>
                  <a:srgbClr val="C02A2A"/>
                </a:solidFill>
                <a:latin typeface="맑은 고딕"/>
              </a:rPr>
              <a:t>bstrPayClassType 을 비우거나 없는 값(DAILY 등)을 넣으면 7행으로 흐른다 — 오류가 아니라 조용히 다른 상한이 적용된다.
실제 값 집합: FIXED · ACTUAL · ACTUAL_FIXED · LIMITED · FUEL · TOLL · NONE      DAILY_COST 는 지급구분이 아니라 용도(tranKindType) 값이다 — 일비의 지급구분은 FIXED 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③ 상신을 막는 검증 — 규정금액 의존 3건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기안 검증은 전체 20행 중 19건 실행. 첫 위반에서 즉시 중단(fail-fast)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017520"/>
                <a:gridCol w="4297680"/>
                <a:gridCol w="29260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발동 조건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채워야 할 것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⑪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숙박비 / 식비 총액 초과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용도 총액이 한도를 넘을 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금액 조정 또는 초과 처리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⑫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초과사유 미입력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 &gt; 0 이고 설정이 켜져 있을 때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excessReason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 분할 미처리 차단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 분할 사용 설정이 ON 인데 미처리일 때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초과분 분할 행 생성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840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500" b="1">
                <a:solidFill>
                  <a:srgbClr val="C02A2A"/>
                </a:solidFill>
                <a:latin typeface="맑은 고딕"/>
              </a:rPr>
              <a:t>규정금액을 승인금액으로 채우면 ⑰ 과 ⑫ 단건 분기는 발동하지 않는다. 다만 ⑪ 과 ⑫ 합산 분기(식비 일별·전체기간)는 신청금액 합산 축이라 그대로 살아 있다 — 특히 ALL 은 한도를 서버에서 재조회한다.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555A63"/>
                </a:solidFill>
                <a:latin typeface="맑은 고딕"/>
              </a:rPr>
              <a:t>현재 상태: ② 지역/국가 미선택은 임시 비활성, ⑦ 적요 필수는 전 테넌트 skip.</a:t>
            </a:r>
          </a:p>
          <a:p>
            <a:pPr>
              <a:spcAft>
                <a:spcPts val="360"/>
              </a:spcAft>
            </a:pPr>
            <a:r>
              <a:rPr sz="1500" b="0">
                <a:solidFill>
                  <a:srgbClr val="1F3554"/>
                </a:solidFill>
                <a:latin typeface="맑은 고딕"/>
              </a:rPr>
              <a:t>requestBody 를 만든 뒤 스스로 돌릴 체크리스트는 06_검증.md §6.6 에 있다 (사전조건 5 · 초과 3 · 신청금액 6 · 분할 8 · 상신차단 8).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★ 골든 테스트 벡터 71건 — 구현을 기계로 대조하십시오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A63"/>
                </a:solidFill>
                <a:latin typeface="맑은 고딕"/>
              </a:rPr>
              <a:t>저희 엔진을 실제로 돌려 뽑은 입력 ↔ 출력 쌍  ·  규정금액_골든벡터.json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8321040"/>
              </a:tblGrid>
              <a:tr h="29094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그룹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건수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덮는 것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가드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조건 없음 · calcEnabled=false · matched=false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operator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17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8종 × unit(PERCENT/AMOUNT/null/%) · 대문자 별칭 · 무반올림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calcMethod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6종 · excludeDays null 폴백 · 커버 실패 = 그 날 0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dayType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구체값 · 와일드카드 · dayTypeMap 누락 시 범위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range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dateRange from/to · periodRange 4연산자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dailyDiff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pct/amt · diffBaseAmt 유무 · operator 무시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이동일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pre/post · 숫자 타입 함정 · 배정 포기 시 되돌림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누적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sortOrder 순차 · 순서 의존 · 교환법칙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290945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overridden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일별 fallback · 구버전(전역 미적용)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29095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외화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3554"/>
                          </a:solidFill>
                          <a:latin typeface="맑은 고딕"/>
                        </a:rPr>
                        <a:t>환산 후 조건 적용 경로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377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</a:pPr>
            <a:r>
              <a:rPr sz="1300" b="0">
                <a:solidFill>
                  <a:srgbClr val="1F3554"/>
                </a:solidFill>
                <a:latin typeface="맑은 고딕"/>
              </a:rPr>
              <a:t>사용법 — ① 벡터의 input(+opts/krwBaseMap)을 구현에 넣는다 ② 결과를 expected.limitAmounts 와 비교한다 ③ 다르면 그 벡터의 group·description 이 어느 규칙에서 갈렸는지 알려준다.</a:t>
            </a:r>
          </a:p>
          <a:p>
            <a:pPr>
              <a:spcAft>
                <a:spcPts val="360"/>
              </a:spcAft>
            </a:pPr>
            <a:r>
              <a:rPr sz="1300" b="1">
                <a:solidFill>
                  <a:srgbClr val="C02A2A"/>
                </a:solidFill>
                <a:latin typeface="맑은 고딕"/>
              </a:rPr>
              <a:t>★ 저희도 이 벡터를 만들며 두 군데를 틀렸다 — fixed·silbiLimit 는 operatorValue 가 아니라 fixedAmount 를 쓰고, 그 값이 없으면 금액을 그대로 둔다(0 이 아니다).</a:t>
            </a:r>
          </a:p>
          <a:p>
            <a:pPr>
              <a:spcAft>
                <a:spcPts val="360"/>
              </a:spcAft>
            </a:pPr>
            <a:r>
              <a:rPr sz="1300" b="0">
                <a:solidFill>
                  <a:srgbClr val="555A63"/>
                </a:solidFill>
                <a:latin typeface="맑은 고딕"/>
              </a:rPr>
              <a:t>규칙은 문서에 정확히 적혀 있었는데도 구현에서 어긋났다. 문장 이해와 구현 정합은 다른 문제다.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3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F3554"/>
                </a:solidFill>
                <a:latin typeface="맑은 고딕"/>
              </a:rPr>
              <a:t>자주 나오는 오해 —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3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79"/>
                <a:gridCol w="6309359"/>
              </a:tblGrid>
              <a:tr h="35872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오해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실제</a:t>
                      </a:r>
                    </a:p>
                  </a:txBody>
                  <a:tcPr anchor="ctr" marL="64008" marR="64008" marT="18288" marB="18288">
                    <a:solidFill>
                      <a:srgbClr val="2A63B0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limitAmounts 가 최종 규정금액이다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기준금액이다. 조건식을 적용해야 최종금액이 된다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규정금액 = 승인금액으로 채우면 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초과금액이 항상 0. 맞는 경우는 두 축 — 교통비 등급제(GRADE), 실비 계열(ACTUAL·ACTUAL_FIXED)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1일 한도 × 출장일수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이미 일자별 맵이다. 필요한 일자만 합산한다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급지별 금액을 더한다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날짜별 Math.max 다. 식비 동행인만 합산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matched = true 면 전 일자 적용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"적용될 일차가 하나라도 있는가"만 판정한 값이다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가드 실패 = 그 날 건너뛰기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3가드는 건너뛰기, calcMethod 커버 실패는 그 날 0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조건 적용 후 환산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환산 후 조건 적용이다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규정금액 비교 축은 하나다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두 축이 공존 — 초과금액 컬럼·⑰ 은 사용금액, ⑪·⑫ 는 신청금액 축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외화는 비교 통화가 하나다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C02A2A"/>
                          </a:solidFill>
                          <a:latin typeface="맑은 고딕"/>
                        </a:rPr>
                        <a:t>초과금액 컬럼·⑰ 은 원화 환산끼리, ⑪·⑫ 는 외화 원금끼리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calcInputs 선언 필드를 채우면 매칭된다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isLodging 등은 미전송. exceptionRuleInputItemIds 를 쓴다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bstrType 해외 = OVERSEAS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OVERSEA (S 없음)</a:t>
                      </a:r>
                    </a:p>
                  </a:txBody>
                  <a:tcPr anchor="ctr" marL="64008" marR="64008" marT="18288" marB="18288">
                    <a:solidFill>
                      <a:srgbClr val="FFFFFF"/>
                    </a:solidFill>
                  </a:tcPr>
                </a:tc>
              </a:tr>
              <a:tr h="35872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날짜 형식이 틀리면 오류가 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3554"/>
                          </a:solidFill>
                          <a:latin typeface="맑은 고딕"/>
                        </a:rPr>
                        <a:t>조용히 "규정 없음"이 된다</a:t>
                      </a:r>
                    </a:p>
                  </a:txBody>
                  <a:tcPr anchor="ctr" marL="64008" marR="64008" marT="18288" marB="18288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